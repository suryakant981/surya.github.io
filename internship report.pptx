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8415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548640"/>
            <a:ext cx="3474720" cy="411480"/>
          </a:xfrm>
          <a:prstGeom prst="roundRect">
            <a:avLst>
              <a:gd name="adj" fmla="val 22222"/>
            </a:avLst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5486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An Internship Report Presentation 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</a:t>
            </a:r>
            <a:endParaRPr lang="en-US" sz="6200" dirty="0"/>
          </a:p>
          <a:p>
            <a:pPr marL="0" indent="0" algn="l">
              <a:buNone/>
            </a:pPr>
            <a:r>
              <a:rPr lang="en-US" sz="6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DEVELOPMENT</a:t>
            </a:r>
            <a:endParaRPr lang="en-US" sz="620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32004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71800"/>
            <a:ext cx="5303520" cy="128016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01752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EE"/>
                </a:solidFill>
              </a:rPr>
              <a:t>Submitted by
</a:t>
            </a:r>
            <a:r>
              <a:rPr lang="en-US" sz="2000" b="1" dirty="0">
                <a:solidFill>
                  <a:srgbClr val="F5A623"/>
                </a:solidFill>
              </a:rPr>
              <a:t>SURYAKANT CHAUDHARY
</a:t>
            </a:r>
            <a:r>
              <a:rPr lang="en-US" sz="1300" dirty="0">
                <a:solidFill>
                  <a:srgbClr val="FFFFFF"/>
                </a:solidFill>
              </a:rPr>
              <a:t>U03EC23S0151  |  BCA VI Semester (May-2026)
</a:t>
            </a:r>
            <a:r>
              <a:rPr lang="en-US" sz="1200" dirty="0">
                <a:solidFill>
                  <a:srgbClr val="D6E4EE"/>
                </a:solidFill>
              </a:rPr>
              <a:t>Harsha Institute Of Management Studies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63740" y="22860"/>
            <a:ext cx="2011680" cy="2011680"/>
          </a:xfrm>
          <a:prstGeom prst="ellipse">
            <a:avLst/>
          </a:prstGeom>
          <a:solidFill>
            <a:srgbClr val="0D7A8A">
              <a:alpha val="20000"/>
            </a:srgbClr>
          </a:solidFill>
          <a:ln w="25400">
            <a:solidFill>
              <a:srgbClr val="0D7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60920" y="320040"/>
            <a:ext cx="1463040" cy="1463040"/>
          </a:xfrm>
          <a:prstGeom prst="ellipse">
            <a:avLst/>
          </a:prstGeom>
          <a:solidFill>
            <a:srgbClr val="F5A623">
              <a:alpha val="30000"/>
            </a:srgbClr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</a:rPr>
              <a:t>Codec Technologies Pvt. Ltd.  |  Bengaluru  |  06-04-2026 to 06-05-2026</a:t>
            </a:r>
            <a:endParaRPr lang="en-US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D9E5F2-D57F-88EC-8CDE-D794AC9D0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106" y="-108204"/>
            <a:ext cx="2416663" cy="22783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 The Organization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64008" cy="329184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005840"/>
            <a:ext cx="5029200" cy="713232"/>
          </a:xfrm>
          <a:prstGeom prst="roundRect">
            <a:avLst>
              <a:gd name="adj" fmla="val 6410"/>
            </a:avLst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04241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Training Institute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2801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Codec Technologies is a premier training institute based in Bengaluru, focused on bridging the gap between academic theory and industry needs.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828800"/>
            <a:ext cx="502920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8653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Courses Offered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21031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Provides hands-on training in Web Development, AI, Machine Learning, Data Analytics, and Cybersecurity.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5029200" cy="713232"/>
          </a:xfrm>
          <a:prstGeom prst="roundRect">
            <a:avLst>
              <a:gd name="adj" fmla="val 6410"/>
            </a:avLst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6883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Approvals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29260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AICTE and ICAC approved organization, ensuring globally recognized certification.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502920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Internship Duration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06-04-2026 to 06-05-2026 — 30-day online internship with virtual sessions, study materials, and project guidance.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0" y="1005840"/>
            <a:ext cx="2286000" cy="1005840"/>
          </a:xfrm>
          <a:prstGeom prst="rect">
            <a:avLst/>
          </a:prstGeom>
          <a:solidFill>
            <a:srgbClr val="0D7A8A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1051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30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400800" y="162763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Days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Internship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194560"/>
            <a:ext cx="2286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22402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5+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400800" y="28163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Tech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Domains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0" y="3383280"/>
            <a:ext cx="2286000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0" y="34290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AICTE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6400800" y="40050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Approved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 to Web Development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005840"/>
            <a:ext cx="1508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HTML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18288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Structure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96012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264DE4"/>
          </a:solidFill>
          <a:ln w="12700">
            <a:solidFill>
              <a:srgbClr val="264D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11680" y="1005840"/>
            <a:ext cx="1508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CSS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011680" y="18288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Styling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96012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49040" y="1005840"/>
            <a:ext cx="1508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2B3C"/>
                </a:solidFill>
              </a:rPr>
              <a:t>JS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49040" y="18288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</a:rPr>
              <a:t>Interactivity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96012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00758F"/>
          </a:solidFill>
          <a:ln w="12700">
            <a:solidFill>
              <a:srgbClr val="0075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005840"/>
            <a:ext cx="1508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MySQL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0" y="18288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Database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23760" y="96012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787CB5"/>
          </a:solidFill>
          <a:ln w="12700">
            <a:solidFill>
              <a:srgbClr val="787CB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0" y="1005840"/>
            <a:ext cx="1508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PHP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223760" y="182880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Server-side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2542032"/>
            <a:ext cx="8595360" cy="2084832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642616"/>
            <a:ext cx="201168" cy="201168"/>
          </a:xfrm>
          <a:prstGeom prst="ellipse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261518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B3C"/>
                </a:solidFill>
              </a:rPr>
              <a:t>Web development involves building and maintaining websites — from simple static pages to complex interactive applications.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118104"/>
            <a:ext cx="201168" cy="201168"/>
          </a:xfrm>
          <a:prstGeom prst="ellipse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090672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B3C"/>
                </a:solidFill>
              </a:rPr>
              <a:t>HTML structures the content, CSS styles its appearance, and JavaScript adds interactivity and dynamic behavior.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593592"/>
            <a:ext cx="201168" cy="201168"/>
          </a:xfrm>
          <a:prstGeom prst="ellipse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566160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B3C"/>
                </a:solidFill>
              </a:rPr>
              <a:t>MySQL manages relational databases to store, retrieve, and manipulate data efficiently for web applications.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201168" cy="201168"/>
          </a:xfrm>
          <a:prstGeom prst="ellipse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041648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B3C"/>
                </a:solidFill>
              </a:rPr>
              <a:t>PHP is a server-side scripting language that connects the front-end interface to the database and business logic.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 of Websites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960120"/>
            <a:ext cx="109728" cy="118872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0332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🌐  Online Presence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134416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Acts as a digital representation of businesses and individuals, establishing credibility and professionalism.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960120"/>
            <a:ext cx="109728" cy="11887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0328" y="10332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📡  Global Reach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10328" y="134416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Enables businesses to connect with a worldwide audience, breaking geographical barriers and expanding markets.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276856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276856"/>
            <a:ext cx="109728" cy="118872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500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🕐  24/7 Availability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" y="266090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Accessible at any time, allowing businesses to generate leads and provide services outside regular hours.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276856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276856"/>
            <a:ext cx="109728" cy="1188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0328" y="23500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📢  Marketing &amp; Branding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0328" y="266090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Serves as a powerful marketing tool, improving visibility and brand recognition through SEO and content.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593592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593592"/>
            <a:ext cx="109728" cy="1188720"/>
          </a:xfrm>
          <a:prstGeom prst="rect">
            <a:avLst/>
          </a:prstGeom>
          <a:solidFill>
            <a:srgbClr val="2D7D46"/>
          </a:solidFill>
          <a:ln w="12700">
            <a:solidFill>
              <a:srgbClr val="2D7D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🛒  E-Commerce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5488" y="3977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Enables direct online sales, expanding revenue streams and providing a seamless shopping experience.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593592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3593592"/>
            <a:ext cx="109728" cy="11887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0328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🏆  Competitive Advantage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10328" y="3977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Differentiates businesses from competitors with unique offerings, compelling visuals, and exceptional UX.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Technologies &amp; Tools Mastered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3931920" cy="3657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914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Core Languages &amp; Frameworks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280160"/>
            <a:ext cx="91440" cy="76809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3167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HTML5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15727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Page structure, semantic elements, forms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157984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2157984"/>
            <a:ext cx="91440" cy="76809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CSS3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245059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Selectors, flexbox, responsive design, media queries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035808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3035808"/>
            <a:ext cx="91440" cy="76809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JavaScript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2841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DOM manipulation, event handling, form validation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3913632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3913632"/>
            <a:ext cx="91440" cy="76809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950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PHP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2062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Server-side scripting, MVC architecture, Laravel/CodeIgniter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Data, Tools &amp; Environments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1280160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1280160"/>
            <a:ext cx="91440" cy="7680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13167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MySQL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15727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Database design, CRUD operations, advanced queries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54880" y="2157984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2157984"/>
            <a:ext cx="91440" cy="7680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2194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APIs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37760" y="245059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Consuming and integrating third-party external APIs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54880" y="3035808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0" y="3035808"/>
            <a:ext cx="91440" cy="7680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VS Code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937760" y="332841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Primary IDE for development and debugging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754880" y="3913632"/>
            <a:ext cx="39319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3913632"/>
            <a:ext cx="91440" cy="7680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950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Responsive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937760" y="42062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CSS frameworks, mobile-first design principles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Progression — 30 Days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548640" cy="548640"/>
          </a:xfrm>
          <a:prstGeom prst="ellipse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005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0352" y="1554480"/>
            <a:ext cx="0" cy="274320"/>
          </a:xfrm>
          <a:prstGeom prst="line">
            <a:avLst/>
          </a:prstGeom>
          <a:noFill/>
          <a:ln w="25400">
            <a:solidFill>
              <a:srgbClr val="D6E4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960120"/>
            <a:ext cx="7680960" cy="694944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960120"/>
            <a:ext cx="91440" cy="694944"/>
          </a:xfrm>
          <a:prstGeom prst="rect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99669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Days 1–3  —  HTML, CSS &amp; JavaScript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12893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HTML structure/tags, CSS selectors/styling, JS syntax, DOM manipulation, form validation.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1773936"/>
            <a:ext cx="548640" cy="548640"/>
          </a:xfrm>
          <a:prstGeom prst="ellipse">
            <a:avLst/>
          </a:prstGeom>
          <a:solidFill>
            <a:srgbClr val="00758F"/>
          </a:solidFill>
          <a:ln w="12700">
            <a:solidFill>
              <a:srgbClr val="0075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7739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0352" y="2322576"/>
            <a:ext cx="0" cy="274320"/>
          </a:xfrm>
          <a:prstGeom prst="line">
            <a:avLst/>
          </a:prstGeom>
          <a:noFill/>
          <a:ln w="25400">
            <a:solidFill>
              <a:srgbClr val="D6E4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1728216"/>
            <a:ext cx="7680960" cy="694944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1728216"/>
            <a:ext cx="91440" cy="694944"/>
          </a:xfrm>
          <a:prstGeom prst="rect">
            <a:avLst/>
          </a:prstGeom>
          <a:solidFill>
            <a:srgbClr val="00758F"/>
          </a:solidFill>
          <a:ln w="12700">
            <a:solidFill>
              <a:srgbClr val="0075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17647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Days 4–6  —  MySQL &amp; PHP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88720" y="20574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Database design, CRUD operations, PHP scripting, connecting front-end to MySQL backend.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2542032"/>
            <a:ext cx="548640" cy="548640"/>
          </a:xfrm>
          <a:prstGeom prst="ellipse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5420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30352" y="3090672"/>
            <a:ext cx="0" cy="274320"/>
          </a:xfrm>
          <a:prstGeom prst="line">
            <a:avLst/>
          </a:prstGeom>
          <a:noFill/>
          <a:ln w="25400">
            <a:solidFill>
              <a:srgbClr val="D6E4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2496312"/>
            <a:ext cx="7680960" cy="694944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2496312"/>
            <a:ext cx="91440" cy="694944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25328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Days 7–11  —  Advanced Web Dev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28254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PHP frameworks (Laravel/CodeIgniter), MVC architecture, APIs, security, performance optimization.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3310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0352" y="3858768"/>
            <a:ext cx="0" cy="274320"/>
          </a:xfrm>
          <a:prstGeom prst="line">
            <a:avLst/>
          </a:prstGeom>
          <a:noFill/>
          <a:ln w="25400">
            <a:solidFill>
              <a:srgbClr val="D6E4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3264408"/>
            <a:ext cx="7680960" cy="694944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" y="3264408"/>
            <a:ext cx="91440" cy="694944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0" y="33009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Days 12–14  —  Testing &amp; Debugging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88720" y="35935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Unit testing, debugging techniques, web application security and performance optimization.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4078224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0782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05840" y="4032504"/>
            <a:ext cx="7680960" cy="694944"/>
          </a:xfrm>
          <a:prstGeom prst="rect">
            <a:avLst/>
          </a:prstGeom>
          <a:solidFill>
            <a:srgbClr val="EEF4F8"/>
          </a:solidFill>
          <a:ln w="12700">
            <a:solidFill>
              <a:srgbClr val="D6E4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05840" y="4032504"/>
            <a:ext cx="91440" cy="69494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3A5C"/>
                </a:solidFill>
              </a:rPr>
              <a:t>Day 15  —  Project Presentation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88720" y="436168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C93"/>
                </a:solidFill>
              </a:rPr>
              <a:t>Android Workshop + Placement Training Test — showcasing mini-project to evaluators.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818888"/>
            <a:ext cx="4572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A623"/>
                </a:solidFill>
              </a:rPr>
              <a:t>Web Development Internship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81888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</a:rPr>
              <a:t>Slide 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2860"/>
            <a:ext cx="9582912" cy="600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Project Output-Restaurant Webpage &amp; </a:t>
            </a:r>
            <a:r>
              <a:rPr lang="en-US" sz="2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Registeration</a:t>
            </a: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Form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566928"/>
            <a:ext cx="9144000" cy="36576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694944"/>
            <a:ext cx="5760720" cy="3840480"/>
          </a:xfrm>
          <a:prstGeom prst="rect">
            <a:avLst/>
          </a:prstGeom>
          <a:solidFill>
            <a:srgbClr val="000000"/>
          </a:solidFill>
          <a:ln w="25400">
            <a:solidFill>
              <a:srgbClr val="0D7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94943"/>
            <a:ext cx="5760720" cy="192709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63640" y="694944"/>
            <a:ext cx="2606040" cy="1143000"/>
          </a:xfrm>
          <a:prstGeom prst="rect">
            <a:avLst/>
          </a:prstGeom>
          <a:solidFill>
            <a:srgbClr val="FFFFFF">
              <a:alpha val="92000"/>
            </a:srgbClr>
          </a:solidFill>
          <a:ln w="25400">
            <a:solidFill>
              <a:srgbClr val="E34C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63640" y="694944"/>
            <a:ext cx="457200" cy="1143000"/>
          </a:xfrm>
          <a:prstGeom prst="rect">
            <a:avLst/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694944"/>
            <a:ext cx="457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12280" y="768096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3A5C"/>
                </a:solidFill>
              </a:rPr>
              <a:t>HTML Webpage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12280" y="1042416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02060"/>
                </a:solidFill>
              </a:rPr>
              <a:t>Built 'The Grand Restaurant' page with navbar, specialties section, menu highlights &amp; footer.</a:t>
            </a:r>
          </a:p>
        </p:txBody>
      </p:sp>
      <p:sp>
        <p:nvSpPr>
          <p:cNvPr id="15" name="Shape 12"/>
          <p:cNvSpPr/>
          <p:nvPr/>
        </p:nvSpPr>
        <p:spPr>
          <a:xfrm>
            <a:off x="6263640" y="1956816"/>
            <a:ext cx="2606040" cy="1143000"/>
          </a:xfrm>
          <a:prstGeom prst="rect">
            <a:avLst/>
          </a:prstGeom>
          <a:solidFill>
            <a:srgbClr val="FFFFFF">
              <a:alpha val="92000"/>
            </a:srgbClr>
          </a:solidFill>
          <a:ln w="25400">
            <a:solidFill>
              <a:srgbClr val="0D7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63640" y="1956816"/>
            <a:ext cx="457200" cy="1143000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1956816"/>
            <a:ext cx="457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12280" y="20299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3A5C"/>
                </a:solidFill>
              </a:rPr>
              <a:t>HTML FORM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12280" y="230428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002060"/>
                </a:solidFill>
              </a:rPr>
              <a:t>This internship has significantly boosted my confidence and served as a strong foundation for my career as a Full-Stack Web Developer.</a:t>
            </a:r>
          </a:p>
        </p:txBody>
      </p:sp>
      <p:sp>
        <p:nvSpPr>
          <p:cNvPr id="23" name="Text 20"/>
          <p:cNvSpPr/>
          <p:nvPr/>
        </p:nvSpPr>
        <p:spPr>
          <a:xfrm>
            <a:off x="6812280" y="329184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3A5C"/>
                </a:solidFill>
              </a:rPr>
              <a:t>Dynamic PHP Page</a:t>
            </a:r>
            <a:endParaRPr lang="en-US" sz="1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3D4ADCC-9D6C-7F04-FF0F-DAF7C8228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73" y="2564893"/>
            <a:ext cx="5761219" cy="19550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71323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640080" cy="71323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03327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FFFFFF"/>
                </a:solidFill>
              </a:rPr>
              <a:t>Successfully gained comprehensive knowledge of full-stack web development using HTML, CSS, JavaScript, PHP, and MySQL.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819656"/>
            <a:ext cx="8412480" cy="71323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9656"/>
            <a:ext cx="640080" cy="7132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19656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FFFFFF"/>
                </a:solidFill>
              </a:rPr>
              <a:t>Developed real-world projects such as a dynamic Restaurant Website with database integration and CRUD functionalities.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679192"/>
            <a:ext cx="8412480" cy="71323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679192"/>
            <a:ext cx="640080" cy="713232"/>
          </a:xfrm>
          <a:prstGeom prst="rect">
            <a:avLst/>
          </a:prstGeom>
          <a:solidFill>
            <a:srgbClr val="0D7A8A"/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679192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275234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FFFFFF"/>
                </a:solidFill>
              </a:rPr>
              <a:t>Enhanced practical skills in database management, API integration, web security, and performance optimization.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538728"/>
            <a:ext cx="8412480" cy="71323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D7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538728"/>
            <a:ext cx="640080" cy="7132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38728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3000" y="3611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FFFFFF"/>
                </a:solidFill>
              </a:rPr>
              <a:t>This internship has significantly boosted my confidence and served as a strong foundation for my career as a Full-Stack Web Developer.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F5A623"/>
                </a:solidFill>
              </a:rPr>
              <a:t>THANK YOU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6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A623"/>
                </a:solidFill>
              </a:rPr>
              <a:t>Suryakant Chaudhary  |  U03EC23S0151  |  BCA VI Semester  |  Harsha Institute Of Management Studies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715</Words>
  <Application>Microsoft Office PowerPoint</Application>
  <PresentationFormat>On-screen Show (16:9)</PresentationFormat>
  <Paragraphs>124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Arial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Development Internship Report</dc:title>
  <dc:subject>PptxGenJS Presentation</dc:subject>
  <dc:creator>PptxGenJS</dc:creator>
  <cp:lastModifiedBy>Suryakant Chaudhari</cp:lastModifiedBy>
  <cp:revision>2</cp:revision>
  <dcterms:created xsi:type="dcterms:W3CDTF">2026-05-25T07:00:08Z</dcterms:created>
  <dcterms:modified xsi:type="dcterms:W3CDTF">2026-05-26T07:55:53Z</dcterms:modified>
</cp:coreProperties>
</file>