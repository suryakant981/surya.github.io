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486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 Internship Report Presentation 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3200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971800"/>
            <a:ext cx="530352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175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4EE"/>
                </a:solidFill>
              </a:rPr>
              <a:t>Submitted by
</a:t>
            </a:r>
            <a:pPr algn="l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SURYAKANT CHAUDHARY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U03EC23S0151  |  BCA VI Semester (May-2026)
</a:t>
            </a:r>
            <a:pPr algn="l" indent="0" marL="0">
              <a:buNone/>
            </a:pPr>
            <a:r>
              <a:rPr lang="en-US" sz="1200" dirty="0">
                <a:solidFill>
                  <a:srgbClr val="D6E4EE"/>
                </a:solidFill>
              </a:rPr>
              <a:t>Harsha Institute Of Management Studies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0D7A8A">
              <a:alpha val="20000"/>
            </a:srgbClr>
          </a:solidFill>
          <a:ln w="25400">
            <a:solidFill>
              <a:srgbClr val="0D7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188720"/>
            <a:ext cx="1463040" cy="1463040"/>
          </a:xfrm>
          <a:prstGeom prst="ellipse">
            <a:avLst/>
          </a:prstGeom>
          <a:solidFill>
            <a:srgbClr val="F5A623">
              <a:alpha val="3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Codec Technologies Pvt. Ltd.  |  Bengaluru  |  06-04-2026 to 06-05-2026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Organization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64008" cy="32918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0584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42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Training Institute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280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Codec Technologies is a premier training institute based in Bengaluru, focused on bridging the gap between academic theory and industry needs.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65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Courses Offered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Provides hands-on training in Web Development, AI, Machine Learning, Data Analytics, and Cybersecurity.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883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Approvals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AICTE and ICAC approved organization, ensuring globally recognized certification.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112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Internship Duration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749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06-04-2026 to 06-05-2026 — 30-day online internship with virtual sessions, study materials, and project guidance.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005840"/>
            <a:ext cx="2286000" cy="1005840"/>
          </a:xfrm>
          <a:prstGeom prst="rect">
            <a:avLst/>
          </a:prstGeom>
          <a:solidFill>
            <a:srgbClr val="0D7A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051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0" y="1627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Internship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194560"/>
            <a:ext cx="2286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22402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5+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Domains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383280"/>
            <a:ext cx="228600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AICTE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008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Approved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Web Development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058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HTML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9601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0058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CSS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9601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0058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3C"/>
                </a:solidFill>
              </a:rPr>
              <a:t>JS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828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B3C"/>
                </a:solidFill>
              </a:rPr>
              <a:t>Interactivity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9601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058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MySQL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0" y="1828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9601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787CB5"/>
          </a:solidFill>
          <a:ln w="12700">
            <a:solidFill>
              <a:srgbClr val="787C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0584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PHP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18288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Server-side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542032"/>
            <a:ext cx="8595360" cy="2084832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42616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61518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Web development involves building and maintaining websites — from simple static pages to complex interactive applications.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118104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0906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HTML structures the content, CSS styles its appearance, and JavaScript adds interactivity and dynamic behavior.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93592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56616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MySQL manages relational databases to store, retrieve, and manipulate data efficiently for web applications.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69080"/>
            <a:ext cx="201168" cy="201168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04164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3C"/>
                </a:solidFill>
              </a:rPr>
              <a:t>PHP is a server-side scripting language that connects the front-end interface to the database and business logic.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 of Websites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109728" cy="11887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33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🌐  Online Presence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Acts as a digital representation of businesses and individuals, establishing credibility and professionalism.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109728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033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📡  Global Reach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0328" y="1344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Enables businesses to connect with a worldwide audience, breaking geographical barriers and expanding markets.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76856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76856"/>
            <a:ext cx="109728" cy="11887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350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🕐  24/7 Availability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6609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Accessible at any time, allowing businesses to generate leads and provide services outside regular hours.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76856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76856"/>
            <a:ext cx="10972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350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📢  Marketing &amp; Branding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0328" y="26609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Serves as a powerful marketing tool, improving visibility and brand recognition through SEO and content.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93592"/>
            <a:ext cx="109728" cy="11887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🛒  E-Commerce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Enables direct online sales, expanding revenue streams and providing a seamless shopping experience.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59359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93592"/>
            <a:ext cx="109728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🏆  Competitive Advantage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0328" y="3977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Differentiates businesses from competitors with unique offerings, compelling visuals, and exceptional UX.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Tools Mastered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Languages &amp; Frameworks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80160"/>
            <a:ext cx="91440" cy="7680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16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HTML5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Page structure, semantic elements, forms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57984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57984"/>
            <a:ext cx="91440" cy="7680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CSS3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Selectors, flexbox, responsive design, media queries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35808"/>
            <a:ext cx="91440" cy="7680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DOM manipulation, event handling, form validation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913632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13632"/>
            <a:ext cx="91440" cy="7680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PHP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Server-side scripting, MVC architecture, Laravel/CodeIgniter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Data, Tools &amp; Environments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280160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280160"/>
            <a:ext cx="9144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316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MySQL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15727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Database design, CRUD operations, advanced queries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2157984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157984"/>
            <a:ext cx="9144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APIs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245059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Consuming and integrating third-party external APIs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035808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035808"/>
            <a:ext cx="9144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VS Code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328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Primary IDE for development and debugging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913632"/>
            <a:ext cx="39319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913632"/>
            <a:ext cx="91440" cy="7680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Responsive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937760" y="4206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CSS frameworks, mobile-first design principles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Progression — 30 Days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548640" cy="548640"/>
          </a:xfrm>
          <a:prstGeom prst="ellipse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1554480"/>
            <a:ext cx="0" cy="274320"/>
          </a:xfrm>
          <a:prstGeom prst="line">
            <a:avLst/>
          </a:prstGeom>
          <a:noFill/>
          <a:ln w="25400">
            <a:solidFill>
              <a:srgbClr val="D6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960120"/>
            <a:ext cx="7680960" cy="694944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960120"/>
            <a:ext cx="91440" cy="694944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9966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Days 1–3  —  HTML, CSS &amp; 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2893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HTML structure/tags, CSS selectors/styling, JS syntax, DOM manipulation, form validation.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773936"/>
            <a:ext cx="548640" cy="548640"/>
          </a:xfrm>
          <a:prstGeom prst="ellipse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" y="2322576"/>
            <a:ext cx="0" cy="274320"/>
          </a:xfrm>
          <a:prstGeom prst="line">
            <a:avLst/>
          </a:prstGeom>
          <a:noFill/>
          <a:ln w="25400">
            <a:solidFill>
              <a:srgbClr val="D6E4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1728216"/>
            <a:ext cx="7680960" cy="694944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1728216"/>
            <a:ext cx="91440" cy="694944"/>
          </a:xfrm>
          <a:prstGeom prst="rect">
            <a:avLst/>
          </a:prstGeom>
          <a:solidFill>
            <a:srgbClr val="00758F"/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17647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Days 4–6  —  MySQL &amp; PHP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0574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Database design, CRUD operations, PHP scripting, connecting front-end to MySQL backend.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548640" cy="54864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542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0352" y="3090672"/>
            <a:ext cx="0" cy="274320"/>
          </a:xfrm>
          <a:prstGeom prst="line">
            <a:avLst/>
          </a:prstGeom>
          <a:noFill/>
          <a:ln w="25400">
            <a:solidFill>
              <a:srgbClr val="D6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2496312"/>
            <a:ext cx="7680960" cy="694944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2496312"/>
            <a:ext cx="91440" cy="69494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2532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Days 7–11  —  Advanced Web Dev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28254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PHP frameworks (Laravel/CodeIgniter), MVC architecture, APIs, security, performance optimization.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548640" cy="54864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3101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" y="3858768"/>
            <a:ext cx="0" cy="274320"/>
          </a:xfrm>
          <a:prstGeom prst="line">
            <a:avLst/>
          </a:prstGeom>
          <a:noFill/>
          <a:ln w="25400">
            <a:solidFill>
              <a:srgbClr val="D6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264408"/>
            <a:ext cx="7680960" cy="694944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3264408"/>
            <a:ext cx="91440" cy="69494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33009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Days 12–14  —  Testing &amp; Debugging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35935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Unit testing, debugging techniques, web application security and performance optimization.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078224"/>
            <a:ext cx="548640" cy="5486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05840" y="4032504"/>
            <a:ext cx="7680960" cy="694944"/>
          </a:xfrm>
          <a:prstGeom prst="rect">
            <a:avLst/>
          </a:prstGeom>
          <a:solidFill>
            <a:srgbClr val="EEF4F8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4032504"/>
            <a:ext cx="91440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4069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Day 15  —  Project Presentation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88720" y="4361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Android Workshop + Placement Training Test — showcasing mini-project to evaluators.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188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Web Development Internship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81888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Slide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CAPSTONE PROJECT  —  Restaurant Website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694944"/>
            <a:ext cx="5760720" cy="3840480"/>
          </a:xfrm>
          <a:prstGeom prst="rect">
            <a:avLst/>
          </a:prstGeom>
          <a:solidFill>
            <a:srgbClr val="000000"/>
          </a:solidFill>
          <a:ln w="25400">
            <a:solidFill>
              <a:srgbClr val="0D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94944"/>
            <a:ext cx="5760720" cy="3840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694944"/>
            <a:ext cx="2606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E34C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694944"/>
            <a:ext cx="457200" cy="1143000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694944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12280" y="76809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HTML Webpage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104241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93"/>
                </a:solidFill>
              </a:rPr>
              <a:t>Built 'The Grand Restaurant' page with navbar, specialties section, menu highlights &amp; footer.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63640" y="1956816"/>
            <a:ext cx="2606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D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1956816"/>
            <a:ext cx="457200" cy="11430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1956816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20299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MySQL Database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230428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93"/>
                </a:solidFill>
              </a:rPr>
              <a:t>Designed &amp; managed database with dish names, categories and prices using CRUD operations.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63640" y="3218688"/>
            <a:ext cx="2606040" cy="11430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787C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218688"/>
            <a:ext cx="457200" cy="1143000"/>
          </a:xfrm>
          <a:prstGeom prst="rect">
            <a:avLst/>
          </a:prstGeom>
          <a:solidFill>
            <a:srgbClr val="787CB5"/>
          </a:solidFill>
          <a:ln w="12700">
            <a:solidFill>
              <a:srgbClr val="787CB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3218688"/>
            <a:ext cx="457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12280" y="3291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Dynamic PHP Page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12280" y="356616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93"/>
                </a:solidFill>
              </a:rPr>
              <a:t>PHP backend fetches live menu data and renders it dynamically in the browser.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640080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0332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Gained comprehensive understanding of web development using HTML, CSS, JavaScript, MySQL, and PHP.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9656"/>
            <a:ext cx="64008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965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Built real-world projects including a restaurant webpage, dynamic PHP-MySQL pages, and CRUD applications.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841248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79192"/>
            <a:ext cx="640080" cy="7132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7919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75234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Developed strong skills in database management, web security, and performance optimization techniques.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8412480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38728"/>
            <a:ext cx="64008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3872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36118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internship served as a direct launchpad into a career as a Full-Stack Web Developer.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5A623"/>
                </a:solidFill>
              </a:rPr>
              <a:t>THANK YOU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</a:rPr>
              <a:t>Suryakant Chaudhary  |  U03EC23S0151  |  BCA VI Semester  |  Harsha Institute Of Management Studies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Internship Report</dc:title>
  <dc:subject>PptxGenJS Presentation</dc:subject>
  <dc:creator>PptxGenJS</dc:creator>
  <cp:lastModifiedBy>PptxGenJS</cp:lastModifiedBy>
  <cp:revision>1</cp:revision>
  <dcterms:created xsi:type="dcterms:W3CDTF">2026-05-25T07:00:08Z</dcterms:created>
  <dcterms:modified xsi:type="dcterms:W3CDTF">2026-05-25T07:00:08Z</dcterms:modified>
</cp:coreProperties>
</file>